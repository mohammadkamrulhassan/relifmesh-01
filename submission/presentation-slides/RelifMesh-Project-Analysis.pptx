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RelifMesh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3C5FD"/>
                </a:solidFill>
                <a:latin typeface="Segoe UI"/>
              </a:defRPr>
            </a:pPr>
            <a:r>
              <a:t>Disaster Relief Coordination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  <a:latin typeface="Segoe UI"/>
              </a:defRPr>
            </a:pPr>
            <a:r>
              <a:t>Complete Project Analysis &amp; Architecture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CSE 3208 — System Analysis &amp; Design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Team Skipper — Rangamati Science &amp; Technology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Table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30352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Segoe UI"/>
              </a:defRPr>
            </a:pPr>
            <a:r>
              <a:t>Project Introduction &amp; Problem Statement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280160"/>
            <a:ext cx="53035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Segoe UI"/>
              </a:defRPr>
            </a:pPr>
            <a:r>
              <a:t>Stakeholder Analysis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57400"/>
            <a:ext cx="530352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148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Segoe UI"/>
              </a:defRPr>
            </a:pPr>
            <a:r>
              <a:t>Requirements Engineering (SRS)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057400"/>
            <a:ext cx="53035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1488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148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Segoe UI"/>
              </a:defRPr>
            </a:pPr>
            <a:r>
              <a:t>System Modeling — DFD &amp; UML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834639"/>
            <a:ext cx="530352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926079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92607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Segoe UI"/>
              </a:defRPr>
            </a:pPr>
            <a:r>
              <a:t>Database Design &amp; ERD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834639"/>
            <a:ext cx="53035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926079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292607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Segoe UI"/>
              </a:defRPr>
            </a:pPr>
            <a:r>
              <a:t>System Architecture &amp; Tech Stack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611879"/>
            <a:ext cx="530352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703319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370331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Segoe UI"/>
              </a:defRPr>
            </a:pPr>
            <a:r>
              <a:t>UI/UX Design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611879"/>
            <a:ext cx="53035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703319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370331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Segoe UI"/>
              </a:defRPr>
            </a:pPr>
            <a:r>
              <a:t>Implementation Plan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389120"/>
            <a:ext cx="530352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4805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Segoe UI"/>
              </a:defRPr>
            </a:pPr>
            <a: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4480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Segoe UI"/>
              </a:defRPr>
            </a:pPr>
            <a:r>
              <a:t>Testing &amp; QA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4389120"/>
            <a:ext cx="53035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4805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4480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Segoe UI"/>
              </a:defRPr>
            </a:pPr>
            <a:r>
              <a:t>Security &amp; Access Control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166360"/>
            <a:ext cx="530352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2578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5257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Segoe UI"/>
              </a:defRPr>
            </a:pPr>
            <a:r>
              <a:t>Deployment &amp; Maintenance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5166360"/>
            <a:ext cx="53035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52578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0" y="5257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Segoe UI"/>
              </a:defRPr>
            </a:pPr>
            <a:r>
              <a:t>Project Management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943600"/>
            <a:ext cx="530352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60350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6035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Segoe UI"/>
              </a:defRPr>
            </a:pPr>
            <a:r>
              <a:t>Project Statistics &amp; Status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RelifMesh | System Analysis &amp; Design | CSE 3208 | RMSTU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1. Project Introduction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RelifMesh is a Disaster Relief Coordination System for local government in Bangladesh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Target users: Union Parishad officials, NGO workers, Upazila officers, and citizens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Purpose: Coordinate relief distribution during floods and cyclones in real-time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Core Problem — 8 Pain Points: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  • Duplicate aid — same household served multiple times by different agencies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  • Missed households — vulnerable families skipped with no audit trail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  • No real-time tracking — paper-based logs with days/weeks of delays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  • Inter-agency opacity — NGOs, government, and volunteers operate independently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  • Offline environments — flooded areas lose internet connectivity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  • No visibility into remaining need — nobody knows which areas still need relief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  • Manual reporting — slow and error-prone data consolidation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  • Lack of transparency — communities cannot verify distribution fairness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1188720"/>
            <a:ext cx="3931920" cy="2286000"/>
          </a:xfrm>
          <a:prstGeom prst="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12801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Segoe UI"/>
              </a:defRPr>
            </a:pPr>
            <a:r>
              <a:t>Case Study: Feni Floods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1691640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Segoe UI"/>
              </a:defRPr>
            </a:pPr>
            <a:r>
              <a:t>Research grounded in Feni district flood data (2024-2025). Feni experienced severe inundation affecting hundreds of unions. The system uses real Feni geographic hierarchy: 6 upazilas, 43 unions, 243 wards with population data for accurate need assessment.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3749039"/>
            <a:ext cx="3931920" cy="2286000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38404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Segoe UI"/>
              </a:defRPr>
            </a:pPr>
            <a:r>
              <a:t>Tagline &amp; 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4251960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Segoe UI"/>
              </a:defRPr>
            </a:pPr>
            <a:r>
              <a:t>"One mesh. No duplicates. No household left behind."</a:t>
            </a:r>
            <a:br/>
            <a:br/>
            <a:r>
              <a:t>SMART Objectives:</a:t>
            </a:r>
            <a:br/>
            <a:r>
              <a:t>• Real-time duplicate detection</a:t>
            </a:r>
            <a:br/>
            <a:r>
              <a:t>• Offline-first PWA for remote areas</a:t>
            </a:r>
            <a:br/>
            <a:r>
              <a:t>• GPS-based household registration</a:t>
            </a:r>
            <a:br/>
            <a:r>
              <a:t>• Transparent public dashboard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RelifMesh | System Analysis &amp; Design | CSE 3208 | RMSTU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2. Stakeholder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642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Segoe UI"/>
              </a:defRPr>
            </a:pPr>
            <a:r>
              <a:t>Upazila Nirbahi Officer (UNO)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28016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Strategic oversight, approval of mass relief operations, inter-agency coordination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57400"/>
            <a:ext cx="11064240" cy="731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Segoe UI"/>
              </a:defRPr>
            </a:pPr>
            <a:r>
              <a:t>Union Parishad (UP) 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4884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Primary operator — registers households, conducts distributions, generates reports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926080"/>
            <a:ext cx="110642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Segoe UI"/>
              </a:defRPr>
            </a:pPr>
            <a:r>
              <a:t>NGO / Aid Worker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0175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Independent relief operations, syncs with government data to avoid duplication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94759"/>
            <a:ext cx="11064240" cy="731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88619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Segoe UI"/>
              </a:defRPr>
            </a:pPr>
            <a:r>
              <a:t>Citizen / Affected Household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886199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Receives relief, submits requests and feedback, views public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663440"/>
            <a:ext cx="110642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7548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Segoe UI"/>
              </a:defRPr>
            </a:pPr>
            <a:r>
              <a:t>Outside Individual Donor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7548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Pledges specific quantities of relief items to specific areas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532120"/>
            <a:ext cx="11064240" cy="731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6235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Segoe UI"/>
              </a:defRPr>
            </a:pPr>
            <a:r>
              <a:t>System Administrator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562356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User management, role assignment, system configuration, monitoring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Power-Interest: High Power/High Interest: UNO, UP Official, System Admin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RelifMesh | System Analysis &amp; Design | CSE 3208 | RMSTU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3. Requirements Engineering — SRS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Functional Requirements: 44 total (FR-01 to FR-44)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Auth (5): Registration, login, role-based access, profile, password reset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Areas (3): Geographic hierarchy CRUD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Households (6): Register with GPS/NID, vulnerability flags, CRUD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Distributions (6): Item-level logging with photo/GPS proof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Duplicate Alerts (3): 7-day detection engine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Need Assessment (4): Sphere-standard calculation with override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Pledge Management (5): Multi-source pledges, fulfillment tracking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Feedback (3): Citizen submission, official response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Reports (3): PDF, CSV, filtered queries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Sync (3): Offline queue push/pull with conflict resolution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Public Dashboard (3): Heatmap, aggregate stats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Non-Functional: 15 — Offline-first PWA, sub-2s response, RBAC, AES-256, 99.5% uptime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MoSCoW: Must Have: 28 | Should Have: 8 | Could Have: 5 | Won't Have: 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RelifMesh | System Analysis &amp; Design | CSE 3208 | RMSTU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4. System Modeling — DFD &amp; UML Diagrams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3716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070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Context Diagram (DFD Level 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System boundary with external entities: UP Official, Citizen, NGO, Admin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56232"/>
            <a:ext cx="13716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Level 1 DFD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7627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6 major processes: Auth, Household, Distribution, Alert, Report, Sync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23744"/>
            <a:ext cx="13716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5420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Use Case Diagram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4378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8 use cases with actors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191256"/>
            <a:ext cx="13716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20954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Class Diagram (UML)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1129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12 entity classes with relationships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858768"/>
            <a:ext cx="13716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7705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Sequence Diagrams (x5)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7880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Need Calculation, Pledge Fulfillment, Relief Request, SD01, SD02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526280"/>
            <a:ext cx="13716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54456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Activity Diagram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End-to-end relief distribution workflow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193792"/>
            <a:ext cx="13716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212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ERD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5138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Entity Relationship Diagram — 12 collections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861303"/>
            <a:ext cx="13716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879591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Architecture Diagram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6181343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System architecture overview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All diagrams in draw.io format (11 total)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RelifMesh | System Analysis &amp; Design | CSE 3208 | RMSTU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5. Database Design &amp; ERD — MongoDB (12 Collections)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5486400" cy="777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9144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name, email, passwordHash, role, jurisdictionId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43000"/>
            <a:ext cx="5486400" cy="777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43000"/>
            <a:ext cx="9144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188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GeographicArea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name, level (5-tier), parentId, coordinates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011680"/>
            <a:ext cx="5486400" cy="777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011680"/>
            <a:ext cx="9144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057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Household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377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headName, NID, GPS, familySize, vulnerabilityFlags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011680"/>
            <a:ext cx="5486400" cy="777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011680"/>
            <a:ext cx="9144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57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DistributionLog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377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householdId, itemCategoryId, quantity, GPS, pledgeId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880360"/>
            <a:ext cx="5486400" cy="777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2880360"/>
            <a:ext cx="9144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926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ReliefPledge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246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source_type, areaId, itemCategoryId, total_qty, status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880360"/>
            <a:ext cx="5486400" cy="777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2880360"/>
            <a:ext cx="9144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926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NeedAssessment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246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areaId, itemCategoryId, calculated_qty, demographics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749039"/>
            <a:ext cx="5486400" cy="777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749039"/>
            <a:ext cx="9144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79475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Inventory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11479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itemCategoryId, totalQuantity, distributedQuantity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749039"/>
            <a:ext cx="5486400" cy="777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3749039"/>
            <a:ext cx="9144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9475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Feedback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11479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householdId, category, message, response, isRead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617720"/>
            <a:ext cx="5486400" cy="777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4617720"/>
            <a:ext cx="9144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663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ReliefRequest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citizenId, items[], priority, status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4617720"/>
            <a:ext cx="5486400" cy="777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4617720"/>
            <a:ext cx="9144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4663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DuplicateAlert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householdId, priorLogId, triggeredLogId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486400"/>
            <a:ext cx="5486400" cy="777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486400"/>
            <a:ext cx="9144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532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SyncConflict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852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offline_id, changes[], merge_strategy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5486400"/>
            <a:ext cx="5486400" cy="777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17920" y="5486400"/>
            <a:ext cx="9144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5532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ItemCategory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5852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Shared reference data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Normalized to 3NF | 2dsphere indexes on GPS | Document references for scalability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RelifMesh | System Analysis &amp; Design | CSE 3208 | RMSTU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6. System Architecture &amp;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Architecture: PWA + REST API + MongoDB (3-tier, offline-first)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Frontend (React 18 + Vite 5 + Tailwind 3):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React Router 6, Leaflet maps, localforage IndexedDB, PWA service worker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30+ routes, 30+ components, 14 feature modules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Backend (Node.js + Express 4 + Mongoose 8):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14 module controllers/models/routes, JWT auth, bcrypt, RBAC middleware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Middleware: helmet, cors, rate-limit, validator, multer, errorHandler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Utilities: PDFKit, json2csv, conflict resolver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Testing: Jest + supertest + mongodb-memory-server | 47/47 passing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Deployment: Netlify (frontend) + Railway (backend) + MongoDB Atlas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Offline: localforage IndexedDB queue + last-write-wins conflict resolution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1188720"/>
            <a:ext cx="1920240" cy="1371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09560" y="1280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16459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React 18</a:t>
            </a:r>
            <a:br/>
            <a:r>
              <a:t>Vite 5</a:t>
            </a:r>
            <a:br/>
            <a:r>
              <a:t>Tailwind 3</a:t>
            </a:r>
            <a:br/>
            <a:r>
              <a:t>Leaflet</a:t>
            </a:r>
            <a:br/>
            <a:r>
              <a:t>PWA</a:t>
            </a:r>
          </a:p>
        </p:txBody>
      </p:sp>
      <p:sp>
        <p:nvSpPr>
          <p:cNvPr id="8" name="Rectangle 7"/>
          <p:cNvSpPr/>
          <p:nvPr/>
        </p:nvSpPr>
        <p:spPr>
          <a:xfrm>
            <a:off x="9875520" y="1188720"/>
            <a:ext cx="1920240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12680" y="1280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12680" y="16459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Node.js</a:t>
            </a:r>
            <a:br/>
            <a:r>
              <a:t>Express 4</a:t>
            </a:r>
            <a:br/>
            <a:r>
              <a:t>Mongoose 8</a:t>
            </a:r>
            <a:br/>
            <a:r>
              <a:t>JWT</a:t>
            </a:r>
            <a:br/>
            <a:r>
              <a:t>PDFKit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2834640"/>
            <a:ext cx="1920240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2926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329184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MongoDB</a:t>
            </a:r>
            <a:br/>
            <a:r>
              <a:t>Atlas</a:t>
            </a:r>
            <a:br/>
            <a:r>
              <a:t>2dsphere</a:t>
            </a:r>
            <a:br/>
            <a:r>
              <a:t>3NF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75520" y="2834640"/>
            <a:ext cx="19202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12680" y="2926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DevOps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12680" y="329184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Netlify</a:t>
            </a:r>
            <a:br/>
            <a:r>
              <a:t>Railway</a:t>
            </a:r>
            <a:br/>
            <a:r>
              <a:t>Git</a:t>
            </a:r>
            <a:br/>
            <a:r>
              <a:t>Vite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RelifMesh | System Analysis &amp; Design | CSE 3208 | RMSTU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7. UI/UX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Design System: Complete token system (designs/result09-design-pattern.md — 340 lines)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Typography: DM Serif Display (headings) + Outfit (body) — Google Fonts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Color: Light/Dark themes — Primary blue + semantic (success/warning/danger/info)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Spacing: 4px grid, consistent scale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Layout Architecture: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Sidebar: 260px expanded / 64px collapsed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Topbar: 64px — Breadcrumbs + search + user menu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Content: Fluid responsive grid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Key Pages: Landing Page, Login/Register (split-screen), Dashboard (KPI + charts),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Public Dashboard (heatmap), Households (table + CRUD), Distributions (GPS + photo),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Need Dashboard (Sphere vs actual), Pledges (multi-source management)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Design Assets: Wireframes (PNG), Mockups (PNG), Style Guide (PDF), Pattern Reference (MD)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RelifMesh | System Analysis &amp; Design | CSE 3208 | RMSTU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8. Implementation Plan — 30 Modules / 6 Phases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09728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070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Phase 1: Data Model &amp;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[M1-M6] Scaffolding, User/Auth, Geographic hierarchy, ItemCategory, DB seed, Frontend setup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109728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2996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Phase 2: Core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[M7-M12] Household CRUD, Distribution, Duplicate alerts, Inventory, Public dashboard, Feedback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834640"/>
            <a:ext cx="109728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5292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Phase 3: Need &amp; Pledge Module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546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[M13-M18] Need engine (Sphere), Pledge CRUD, Fulfillment, Relief requests, Reports, Heatmap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57600"/>
            <a:ext cx="109728" cy="685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67588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Phase 4: Public Interface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9776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[M19-M23] Landing page, Public dashboard, Citizen feedback, Relief request, Pledge overlay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480560"/>
            <a:ext cx="109728" cy="685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49884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Phase 5: Offline &amp; Sync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800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[M24-M27] Offline queue (localforage), Sync push/pull, Service worker, Offline UI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303520"/>
            <a:ext cx="109728" cy="6858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3218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Phase 6: Testing &amp; Docs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623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[M28-M30] Integration tests, Security audit, Documentation finalization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Methodology: Agile with weekly sprints | Git feature branching | ESLint + Prettier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RelifMesh | System Analysis &amp; Design | CSE 3208 | RMSTU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9. Testing &amp; Quality Assurance — 47/47 Passing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Framework: Jest 29.7 + supertest + mongodb-memory-server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Unit Tests (28):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Auth (5): Registration, login, token, invalid credentials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Household (5): CRUD, NID validation, GPS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Distribution (5): CRUD, GPS, quantity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Feedback (4): Submit, list, respond, moderation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Sync (4): Queue push, pull, conflict resolution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Reports (3): PDF, CSV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Alerts (2): 7-day duplicate detection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Integration Tests (6):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Full distribution workflow, Offline sync round-trip, RBAC enforcement,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Need calculation pipeline, Pledge lifecycle, Duplicate alert cascade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UAT Scenarios (5): UP Official workflow, NGO offline sync, Citizen feedback,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Duplicate detection, Public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RelifMesh | System Analysis &amp; Design | CSE 3208 | RMSTU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10. Security &amp; Access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Threat Model: STRIDE — 11 threat rows analyzed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Authentication: JWT (jsonwebtoken) with Bearer token | 24h expiry | bcrypt hashing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RBAC Matrix — 6 Roles x 12 Permissions: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System Admin: Full access to all modules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UNO: Cross-union view, approval authority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UP Official: CRUD households/distributions within jurisdiction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NGO Worker: Limited distribution and feedback access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Citizen: Self-service feedback and relief requests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Anonymous: Public dashboard read-only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Middleware Stack: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helmet (HTTP headers) | cors (origin restrictions) | express-rate-limit (100/15min)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express-validator (input sanitization) | centralized errorHandler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authenticate.js (JWT) | authorize.js (RBAC)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Data Protection: GDPR-compliant PII handling | NID encrypted at rest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RelifMesh | System Analysis &amp; Design | CSE 3208 | RMSTU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11. Deployment &amp; Maintenance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Live Deployment: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Frontend: Netlify (https://reliefmesh.netlify.app) — auto-deploy from git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Backend: Railway — Node.js Express API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Database: MongoDB Atlas (free M0 cluster) — IP whitelist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Backup Strategy: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Nightly: mongodump via cron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Continuous: Git version control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On Milestone: Full ZIP archive backup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Maintenance Schedule: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Daily: Error logs and server health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Weekly: Sync conflicts and duplicate alerts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Monthly: Dependency updates and security patches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Quarterly: Full security audit and performance review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Offline Strategy: PWA service worker + localforage IndexedDB queue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Operations queued offline auto-sync when connectivity returns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Last-write-wins conflict resolution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RelifMesh | System Analysis &amp; Design | CSE 3208 | RMSTU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12. Project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Segoe UI"/>
              </a:defRPr>
            </a:pPr>
            <a:r>
              <a:t>Team: Team_Skipper — 4 Members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Segoe UI"/>
              </a:defRPr>
            </a:pPr>
            <a:r>
              <a:t>Abidul Islam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554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B82F6"/>
                </a:solidFill>
                <a:latin typeface="Segoe UI"/>
              </a:defRPr>
            </a:pPr>
            <a:r>
              <a:t>Backend Lead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API design, DB modeling, auth, sync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Segoe UI"/>
              </a:defRPr>
            </a:pPr>
            <a:r>
              <a:t>MD. Kamrul Hassan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0116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B82F6"/>
                </a:solidFill>
                <a:latin typeface="Segoe UI"/>
              </a:defRPr>
            </a:pPr>
            <a:r>
              <a:t>Frontend Lead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UI/UX, components, maps, PWA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Segoe UI"/>
              </a:defRPr>
            </a:pPr>
            <a:r>
              <a:t>Sayeda M. Ahmed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468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B82F6"/>
                </a:solidFill>
                <a:latin typeface="Segoe UI"/>
              </a:defRPr>
            </a:pPr>
            <a:r>
              <a:t>Documentation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SRS, testing, QA, stakeholder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Segoe UI"/>
              </a:defRPr>
            </a:pPr>
            <a:r>
              <a:t>Iftekhar A. Nahid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926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B82F6"/>
                </a:solidFill>
                <a:latin typeface="Segoe UI"/>
              </a:defRPr>
            </a:pPr>
            <a:r>
              <a:t>Diagrams &amp; DevOps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DFD/UML/ERD, deployment, reports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566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Segoe UI"/>
              </a:defRPr>
            </a:pPr>
            <a:r>
              <a:t>Timeline: 4 Weeks (May 27 — June 20, 2026)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931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Segoe UI"/>
              </a:defRPr>
            </a:pPr>
            <a:r>
              <a:t>Week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931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May 27 — Jun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931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Requirements, architecture, DB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343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Segoe UI"/>
              </a:defRPr>
            </a:pPr>
            <a:r>
              <a:t>Week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4343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Jun 1 — Jun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4343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Core implementation, API development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7548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Segoe UI"/>
              </a:defRPr>
            </a:pPr>
            <a:r>
              <a:t>Week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754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Jun 5 — Jun 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754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Frontend, integration, testing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1663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Segoe UI"/>
              </a:defRPr>
            </a:pPr>
            <a:r>
              <a:t>Week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5166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Jun 9 — Jun 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5166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Documentation, submission, defense prep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1188720"/>
            <a:ext cx="5303520" cy="47548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12801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Deliverables Status — All 14 Complete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16916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Segoe UI"/>
              </a:defRPr>
            </a:pPr>
            <a:r>
              <a:t>✅ 3.1 Project Initiation &amp; Problem Definition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21031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Segoe UI"/>
              </a:defRPr>
            </a:pPr>
            <a:r>
              <a:t>✅ 3.2 Stakeholder Analysis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2514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Segoe UI"/>
              </a:defRPr>
            </a:pPr>
            <a:r>
              <a:t>✅ 3.3 Requirements Engineering (SRS)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29260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Segoe UI"/>
              </a:defRPr>
            </a:pPr>
            <a:r>
              <a:t>✅ 3.4 System Modeling (DFD &amp; UML)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33375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Segoe UI"/>
              </a:defRPr>
            </a:pPr>
            <a:r>
              <a:t>✅ 3.5 Database Design &amp; ERD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374903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Segoe UI"/>
              </a:defRPr>
            </a:pPr>
            <a:r>
              <a:t>✅ 3.6 Architecture &amp; Tech Stack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41605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Segoe UI"/>
              </a:defRPr>
            </a:pPr>
            <a:r>
              <a:t>✅ 3.7 UI/UX Design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16916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Segoe UI"/>
              </a:defRPr>
            </a:pPr>
            <a:r>
              <a:t>✅ 3.8 Implementation Plan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21031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Segoe UI"/>
              </a:defRPr>
            </a:pPr>
            <a:r>
              <a:t>✅ 3.9 Testing &amp; QA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2514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Segoe UI"/>
              </a:defRPr>
            </a:pPr>
            <a:r>
              <a:t>✅ 3.10 Security &amp; Access Control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29260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Segoe UI"/>
              </a:defRPr>
            </a:pPr>
            <a:r>
              <a:t>✅ 3.11 Deployment &amp; Maintenance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33375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Segoe UI"/>
              </a:defRPr>
            </a:pPr>
            <a:r>
              <a:t>✅ 3.12 Project Management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374903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Segoe UI"/>
              </a:defRPr>
            </a:pPr>
            <a:r>
              <a:t>✅ 3.13 References &amp; Bibliography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5440" y="41605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Segoe UI"/>
              </a:defRPr>
            </a:pPr>
            <a:r>
              <a:t>✅ 3.14 Presentation &amp; Defense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RelifMesh | System Analysis &amp; Design | CSE 3208 | RMSTU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13. Project Statistics &amp;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651760" cy="11887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09728" cy="1188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  <a:latin typeface="Segoe UI"/>
              </a:defRPr>
            </a:pPr>
            <a:r>
              <a:t>14/14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SAD Modules</a:t>
            </a:r>
            <a:br/>
            <a:r>
              <a:t>Complete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188720"/>
            <a:ext cx="2651760" cy="11887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0" y="1188720"/>
            <a:ext cx="109728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13716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B981"/>
                </a:solidFill>
                <a:latin typeface="Segoe UI"/>
              </a:defRPr>
            </a:pPr>
            <a:r>
              <a:t>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1920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Functional</a:t>
            </a:r>
            <a:br/>
            <a:r>
              <a:t>Requirements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1188720"/>
            <a:ext cx="2651760" cy="11887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59" y="1188720"/>
            <a:ext cx="109728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79" y="13716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Segoe UI"/>
              </a:defRPr>
            </a:pPr>
            <a:r>
              <a:t>47/47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79" y="1920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Tests</a:t>
            </a:r>
            <a:br/>
            <a:r>
              <a:t>Passing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89719" y="1188720"/>
            <a:ext cx="2651760" cy="11887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89719" y="1188720"/>
            <a:ext cx="109728" cy="1188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64039" y="13716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F4444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39" y="1920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System</a:t>
            </a:r>
            <a:br/>
            <a:r>
              <a:t>Diagrams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651760"/>
            <a:ext cx="2651760" cy="11887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2651760"/>
            <a:ext cx="109728" cy="1188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28346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  <a:latin typeface="Segoe UI"/>
              </a:defRPr>
            </a:pPr>
            <a:r>
              <a:t>30+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3832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Frontend</a:t>
            </a:r>
            <a:br/>
            <a:r>
              <a:t>Routes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29000" y="2651760"/>
            <a:ext cx="2651760" cy="11887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29000" y="2651760"/>
            <a:ext cx="109728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03320" y="28346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B981"/>
                </a:solidFill>
                <a:latin typeface="Segoe UI"/>
              </a:defRPr>
            </a:pPr>
            <a:r>
              <a:t>50+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3320" y="33832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API</a:t>
            </a:r>
            <a:br/>
            <a:r>
              <a:t>Endpoints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59" y="2651760"/>
            <a:ext cx="2651760" cy="11887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59" y="2651760"/>
            <a:ext cx="109728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79" y="28346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79" y="33832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Database</a:t>
            </a:r>
            <a:br/>
            <a:r>
              <a:t>Collections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89719" y="2651760"/>
            <a:ext cx="2651760" cy="11887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89719" y="2651760"/>
            <a:ext cx="109728" cy="1188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64039" y="28346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F4444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64039" y="33832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Backend</a:t>
            </a:r>
            <a:br/>
            <a:r>
              <a:t>Modules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114800"/>
            <a:ext cx="2651760" cy="11887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4114800"/>
            <a:ext cx="109728" cy="1188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42976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  <a:latin typeface="Segoe UI"/>
              </a:defRPr>
            </a:pPr>
            <a:r>
              <a:t>30+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4846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UI</a:t>
            </a:r>
            <a:br/>
            <a:r>
              <a:t>Components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29000" y="4114800"/>
            <a:ext cx="2651760" cy="11887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429000" y="4114800"/>
            <a:ext cx="109728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03320" y="42976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B981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03320" y="4846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Implementation</a:t>
            </a:r>
            <a:br/>
            <a:r>
              <a:t>Phases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59" y="4114800"/>
            <a:ext cx="2651760" cy="11887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09359" y="4114800"/>
            <a:ext cx="109728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79" y="42976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79" y="4846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Team</a:t>
            </a:r>
            <a:br/>
            <a:r>
              <a:t>Members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89719" y="4114800"/>
            <a:ext cx="2651760" cy="11887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189719" y="4114800"/>
            <a:ext cx="109728" cy="1188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64039" y="42976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F4444"/>
                </a:solidFill>
                <a:latin typeface="Segoe UI"/>
              </a:defRPr>
            </a:pPr>
            <a:r>
              <a:t>3+ Weeks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64039" y="4846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Development</a:t>
            </a:r>
            <a:br/>
            <a:r>
              <a:t>Cycle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RelifMesh | System Analysis &amp; Design | CSE 3208 | RMSTU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Project File Structure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backend/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1887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Segoe UI"/>
              </a:defRPr>
            </a:pPr>
            <a:r>
              <a:t>54 files — Express API, 14 modules, middleware, tests, seeds, config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647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frontend/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764792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Segoe UI"/>
              </a:defRPr>
            </a:pPr>
            <a:r>
              <a:t>60+ files — React PWA, 30+ components, 14 modules, services, hooks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40864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documentation/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340864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Segoe UI"/>
              </a:defRPr>
            </a:pPr>
            <a:r>
              <a:t>16 files — 14 SAD sections, DFD doc, test credentials, v2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16936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diagrams/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916936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Segoe UI"/>
              </a:defRPr>
            </a:pPr>
            <a:r>
              <a:t>11 files — Draw.io diagrams (DFD, UML, ERD, Sequence, Activity)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9300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designs/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49300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Segoe UI"/>
              </a:defRPr>
            </a:pPr>
            <a:r>
              <a:t>6 files — Wireframes, mockups, style guide, design pattern reference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69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reports/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0690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Segoe UI"/>
              </a:defRPr>
            </a:pPr>
            <a:r>
              <a:t>7 files — Meeting minutes (4), weekly progress reports (3)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6451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submission/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645152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Segoe UI"/>
              </a:defRPr>
            </a:pPr>
            <a:r>
              <a:t>7+ files — Demo video, contributions, presentation, LaTeX 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21224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plan-executions/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5221224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Segoe UI"/>
              </a:defRPr>
            </a:pPr>
            <a:r>
              <a:t>7 files — Master plan + 6 phase execution plans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97296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assets/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5797296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Segoe UI"/>
              </a:defRPr>
            </a:pPr>
            <a:r>
              <a:t>3 files — Terminal/Git reference guides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RelifMesh | System Analysis &amp; Design | CSE 3208 | RMSTU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3C5FD"/>
                </a:solidFill>
                <a:latin typeface="Segoe UI"/>
              </a:defRPr>
            </a:pPr>
            <a:r>
              <a:t>RelifMesh — Disaster Relief Coordination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  <a:latin typeface="Segoe UI"/>
              </a:defRPr>
            </a:pPr>
            <a:r>
              <a:t>"One mesh. No duplicates. No household left behind."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Team Skipper | CSE 3208 | Rangamati Science &amp; Technology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